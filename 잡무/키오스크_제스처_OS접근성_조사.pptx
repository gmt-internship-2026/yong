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4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[용어 풀이]
· 배리어프리(Barrier-free): '장벽 없는'. 장애인·고령자도 어려움 없이 쓰도록 만든 설계
· 키오스크: 무인 정보 단말기. 지하철 발권기·민원발급기처럼 사람이 직접 터치하는 기계
· OS(운영체제): 기기를 돌리는 기본 소프트웨어. iOS=아이폰, Android=안드로이드폰, Windows=윈도우 PC
· 접근성(Accessibility): 장애가 있어도 기기를 쓸 수 있게 돕는 기능 모음
· 제스처: 손가락으로 하는 동작(밀기·두드리기 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[용어 풀이]
· 탐색: 화면에 뭐가 있는지 훑어보며 찾는 것(스크린리더는 음성으로 알려줌)
· 선택 / 실행: '선택'은 무슨 항목인지 확인하는 단계, '실행'은 실제로 누르는 단계
· 매핑(mapping): 어떤 손가락 동작을 어떤 기능에 연결(대응)시키는 것
· 동작 매핑 비교표: OS별로 같은 기능을 어떤 제스처에 연결했는지 나란히 정리한 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[용어 풀이]
· VoiceOver(보이스오버): 아이폰(iOS)의 화면 읽어주기 기능 이름
· TalkBack(톡백): 안드로이드폰의 화면 읽어주기 기능 이름
· 내레이터(Narrator): 윈도우 PC의 화면 읽어주기 기능 이름
· 손쉬운 사용: 애플이 '접근성'을 부르는 이름(설정 메뉴 이름)
· Siri(시리): 아이폰 음성 비서. 말로 기능을 켤 수 있음
· 탭(Tap): 화면을 손가락으로 톡 두드리기 / 더블탭: 두 번 연속 두드리기
· 2단계 구조: 한 번 탭으로 '이게 뭔지' 먼저 듣고, 더블탭으로 '실제 실행' → 잘못 눌림 방지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[용어 풀이]
· 로터(Rotor): 두 손가락을 화면에서 다이얼 돌리듯 돌리면, 넘기는 단위(글자→단어→줄→제목)를 바꿔주는 VoiceOver 기능
· 탐색 단위: 한 번에 얼마씩 넘길지의 크기(글자 단위/단어 단위 등)
· 점자 스크린 입력: 화면을 점자 타자기처럼 눌러 글자를 입력하는 방식
· 생태계(ecosystem): 한 회사의 기기·서비스가 서로 묶여 잘 맞물리는 환경. 애플은 애플끼리만 잘 맞음(=폐쇄적)
· 커스터마이징: 사용자가 원하는 대로 바꾸는 것. iOS는 이게 제한적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[용어 풀이]
· 방향 제스처(L자): 손가락을 위로 긋다가 왼쪽으로 꺾는 등 'ㄱ·L 모양'으로 그어 홈·뒤로를 실행. 방향에 뜻을 담아 외우기 쉬움
· 제스처 연습(트레이닝) 모드: 실제로 기능이 실행되지 않는 안전한 화면에서 제스처만 연습해보는 기능
· 파편화(fragmentation): 제조사·기종마다 조금씩 달라서 조작법이 통일되지 않는 상태
· 읽기 컨트롤: 넘기는 단위를 바꾸는 기능(iOS의 로터에 해당하는 안드로이드 기능)
· 개방형 생태계: 여러 회사가 자유롭게 만들 수 있어 기기 종류가 다양함(반대로 통일성은 떨어짐)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[용어 풀이]
· 로그인 전(잠금화면): PC에 아이디로 들어가기 전 화면. 여기서부터 스크린리더를 쓸 수 있음
· 스캔 모드: 화살표 키로 화면 요소를 하나씩 훑어가며 읽는 내레이터 방식
· 트리플탭: 세 번 연속 두드리기 / 네 손가락 트리플탭: 네 손가락으로 세 번 두드리기
· 명령 목록: 쓸 수 있는 모든 조작을 모아 보여주는 도움말 창
· 본체 OS: 키오스크 기계를 실제로 구동하는 운영체제. 우리 프로젝트는 Windows라 내레이터와 같은 환경
· 성숙도: 기능이 얼마나 완성·안정되어 있는지의 정도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[용어 풀이]
· 일관성: 기기가 달라도 조작법이 똑같은 정도(높을수록 배우기 쉬움)
· 성숙도: 기능이 얼마나 완성·안정되어 있는지
· 탐색 정밀도: 원하는 항목을 얼마나 세밀하게 찾아갈 수 있는지
· 모델(제스처 모델): '어떤 동작으로 조작한다'는 규칙·방식 자체
· 구현 환경: 그 규칙을 실제로 돌아가게 만드는 바탕(우리는 Windows)
· 시사점: 조사 결과에서 얻은 힌트·결론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[용어 풀이]
· 1지 / 2지 / 3지 / 4지: 한 / 두 / 세 / 네 손가락으로 하는 동작
· 드래그: 손가락을 화면에 댄 채 쭉 끌기(훑기)
· 스와이프(swipe): 손가락을 대고 한 방향으로 미는 동작
· 플릭(flick): 짧고 빠르게 튕기듯 긋는 동작(주로 Windows 용어). 스와이프와 거의 같음
· 활성화: 선택한 항목을 실제로 눌러 실행하는 것
· 미리 읽기(선택): 실행 전에 '이게 뭔지' 음성으로 먼저 들려주는 것
· 탐색 단위 전환: 글자→단어→줄 등 넘기는 크기를 바꾸는 것(로터/읽기 컨트롤)
· baseline(기준선): 세 OS가 똑같이 쓰는 '최소 공통 규칙'. 표준의 출발점(표에서 음영으로 표시한 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[용어 풀이]
· 기준(안): 아직 확정 전인 '초안' 상태의 규칙(안 = 제안)
· 2단계(선택→실행): 한 번에 실행하지 않고, 탭으로 확인한 뒤 더블탭으로 실행 → 잘못 눌림 방지
· 되묻기(read-back): 위험한 동작 직전에 '주민등록등본 1통 발급, 맞으십니까?'처럼 다시 확인하는 것
· 위험 동작: 인증·발급·결제처럼 잘못하면 안 되는 중요한 동작
· 채택: 여럿이 실제로 골라 쓰는 것(예: 스크롤은 두 손가락을 다수 OS가 채택)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201168" cy="20116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9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배리어프리 제스처·음성 키오스크 · 사전 조사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제스처 표준화를 위한
</a:t>
            </a:r>
            <a:r>
              <a:rPr lang="en-US" sz="4600" b="1" dirty="0">
                <a:solidFill>
                  <a:srgbClr val="6F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접근성 조사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 · Windows  |  접근성 설정 · 특장점 · 시각장애인 제스처 비교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 세미나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 범위 — 3가지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83280" cy="4023360"/>
          </a:xfrm>
          <a:prstGeom prst="roundRect">
            <a:avLst>
              <a:gd name="adj" fmla="val 1622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설정 · 환경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6576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스크린리더 종류</a:t>
            </a:r>
            <a:endParaRPr lang="en-US" sz="14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경로 · 활성화</a:t>
            </a:r>
            <a:endParaRPr lang="en-US" sz="14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단축키 / 진입점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383280" cy="4023360"/>
          </a:xfrm>
          <a:prstGeom prst="roundRect">
            <a:avLst>
              <a:gd name="adj" fmla="val 1622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5740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OS별 특장점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0288" y="36576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 · 약점</a:t>
            </a:r>
            <a:endParaRPr lang="en-US" sz="14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 · 일관성</a:t>
            </a:r>
            <a:endParaRPr lang="en-US" sz="14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적합성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1783080"/>
            <a:ext cx="3383280" cy="4023360"/>
          </a:xfrm>
          <a:prstGeom prst="roundRect">
            <a:avLst>
              <a:gd name="adj" fmla="val 1622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057400"/>
            <a:ext cx="822960" cy="8229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3063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시각장애인 제스처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47888" y="36576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 · 선택 · 실행</a:t>
            </a:r>
            <a:endParaRPr lang="en-US" sz="14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스크롤 · 홈 · 메뉴</a:t>
            </a:r>
            <a:endParaRPr lang="en-US" sz="14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매핑 비교표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진입 — 설정 · 활성화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36210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스크린리더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VoiceOver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TalkBack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내레이터(Narrator)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경로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› 손쉬운 사용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› 접근성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› 접근성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빠른 실행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측면버튼 3번 / Siri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볼륨 양버튼 3초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+ Ctrl + Enter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전 사용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마법사 중 가능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일부 제한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화면 가능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조작 모델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탭=선택 / 더블탭=실행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탭=선택 / 더블탭=실행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탭=이동 / 더블탭=실행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공통점: 세 OS 모두 '한 번 탭으로 미리 읽고 → 더블탭으로 실행' 2단계 구조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VoiceOver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 업계 사실상 표준 — 하드웨어·소프트웨어 통합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79192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로터(Rotor): 두 손가락 회전으로 탐색 단위 전환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제스처 표준화·일관성 최고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점자 스크린 입력 지원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탭=선택 읽기 / 더블탭=실행 명확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6712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679192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기기에서만 사용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폐쇄적 생태계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커스터마이징 제한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TalkBack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개방형 생태계 — 기기·제조사 다양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79192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제스처: 위→왼쪽=홈, 아래→왼쪽=뒤로 (직관적 L자)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제스처 연습(트레이닝) 모드 제공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 다양성 · 무료 기본 탑재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컨트롤(로터 격) 제공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6712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679192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제조사별 파편화 · 일관성 낮음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기기마다 제스처 세부 상이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편차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내레이터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데스크톱·키보드 중심 — 키오스크 본체 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79192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전(잠금화면)부터 사용 가능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풍부한 키보드 명령 · 스캔 모드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손가락 트리플탭=명령 목록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본체(Windows) OS와 동일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6712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679192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터치 제스처 성숙도 상대적 낮음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터치스크린 필수</a:t>
            </a:r>
            <a:endParaRPr lang="en-US" sz="13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대비 터치 UX 약함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OS별 접근성 특장점 비교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373075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VoiceOver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TalkBack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내레이터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강점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표준·일관성, 로터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개방성, 방향 제스처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전·키보드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일관성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매우 높음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낮음(파편화)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터치 제스처 성숙도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탐색 정밀도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로터로 세밀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읽기 컨트롤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뷰 전환(플릭)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키오스크 적합성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제스처 모델 참고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직관성 참고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본체 OS·구현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시사점: 제스처 '모델'은 iOS·Android에서, '구현 환경'은 Windows에서 — 셋을 합쳐 기준화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시각장애인 모드 — 제스처 사용법 비교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411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VoiceOver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TalkBack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내레이터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손가락 드래그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손가락 드래그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손가락 드래그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다음 / 이전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오른쪽 / 왼쪽 스와이프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오른쪽 / 왼쪽 스와이프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오른쪽 / 왼쪽 플릭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선택(미리 읽기)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한 번 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한 번 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한 번 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실행(활성화)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더블탭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더블탭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더블탭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스크롤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3지 스와이프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2지 스와이프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2지 플릭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홈 / 뒤로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홈 제스처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위→왼쪽 / 아래→왼쪽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시작 명령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탐색 단위 전환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2지 회전(로터)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위→아래 / 3지 스와이프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1지 위·아래 플릭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/ 명령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3지 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4지 트리플탭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baseline (음영): 드래그 탐색 · 좌우 스와이프 · 한 번 탭 선택 · 더블탭 실행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패턴 → 키오스크 제스처 기준(안)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75688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7568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손가락 드래그 — 화면 훑으며 음성 안내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075688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7568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19202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손가락 좌 / 우 스와이프 — 다음 / 이전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401568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015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86000" y="32461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탭 — 항목 미리 읽기(즉시 실행 아님)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310896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401568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40156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0" y="32461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더블탭 — 확정 실행 (오작동 방지 2단계)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727448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72744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45720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손가락 스와이프 — 3-OS 다수 채택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443484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727448"/>
            <a:ext cx="1234440" cy="548640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72744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0" y="45720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동작은 되묻기(read-back) 후 실행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1580</Words>
  <Application>Microsoft Macintosh PowerPoint</Application>
  <PresentationFormat>와이드스크린</PresentationFormat>
  <Paragraphs>182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고 성모</cp:lastModifiedBy>
  <cp:revision>3</cp:revision>
  <dcterms:created xsi:type="dcterms:W3CDTF">2026-07-07T08:24:14Z</dcterms:created>
  <dcterms:modified xsi:type="dcterms:W3CDTF">2026-07-07T08:28:43Z</dcterms:modified>
</cp:coreProperties>
</file>