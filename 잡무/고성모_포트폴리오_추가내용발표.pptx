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63" r:id="rId3"/>
    <p:sldId id="257" r:id="rId4"/>
    <p:sldId id="259" r:id="rId5"/>
    <p:sldId id="258" r:id="rId6"/>
    <p:sldId id="260" r:id="rId7"/>
    <p:sldId id="261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20"/>
    <p:restoredTop sz="94608"/>
  </p:normalViewPr>
  <p:slideViewPr>
    <p:cSldViewPr snapToGrid="0" snapToObjects="1">
      <p:cViewPr varScale="1">
        <p:scale>
          <a:sx n="117" d="100"/>
          <a:sy n="117" d="100"/>
        </p:scale>
        <p:origin x="48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55144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표지 (약 30초). 기존 포트폴리오(게임·임베디드·웹)는 앞서 소개했다고 전제하고, 이 덱은 '귀사에서 해보고 싶은 것'에 집중한다고 예고. 핵심 축은 코치봇의 센서→판단→음성 경험을 Windows 키오스크 + MCP 기반 AI로 확대하는 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브리지 (약 1.5분) — 코치봇 구조가 키오스크와 닮은 점을 표로 보여준다. 단정적으로 말하지 않고 '이런 점이 비슷했고, 더 확대해보고 싶다'는 겸손한 톤으로 전한다.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더 해보고 싶은 것 ② (약 2분). 인턴 직무가 정확히 제스처 인식이라 미리 해두고 싶다는 자발성. 저가 카메라 + dwell 확정으로 정확도 문제를 현실적으로 다룸.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더 해보고 싶은 것 ① (약 2분). v1→v2 대비. A(STT→AI→TTS 대화 루프)는 발표 라이브 데모 목표. AI는 MCP로 붙이고, 제스처·하드웨어는 내가 직접 만든다는 점을 강조.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앞으로 해보고 싶은 방향 (약 1.5분). 4단계. 키오스크는 Windows, AI는 MCP 통합. 학습은 NVIDIA GPU, 검증은 Jetson — 과장 없이.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Jetson Orin Nano (약 1.5분). 핵심: 이미 보유한 보드라 지금 바로 만들 수 있다는 실현성·자발성. NVIDIA 계열이라 학습→배포가 매끄럽고 TensorRT를 그대로 쓴다. 67 TOPS·8GB로 제스처와 소형 LLM을 온디바이스로 구동 가능. Jetson으로 제스처 인식을 미리 검증해 Windows 키오스크의 로컬 인식에 적용한다고 마무리. 제품은 Windows + MCP. (스펙: Orin Nano Super Developer Kit, 2025 기준)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15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58368" y="178308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고성모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685800" y="32461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A9A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코치봇에서 만든 '센서 → 판단 → 음성' 경험을, 광명테크 배리어프리 키오스크의 제스처 인식으로 잇고 MCP AI로 대화형까지 확장하겠습니다.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85800" y="4343400"/>
            <a:ext cx="1737360" cy="548640"/>
          </a:xfrm>
          <a:prstGeom prst="roundRect">
            <a:avLst>
              <a:gd name="adj" fmla="val 50000"/>
            </a:avLst>
          </a:prstGeom>
          <a:solidFill>
            <a:srgbClr val="1E1E38"/>
          </a:solidFill>
          <a:ln w="12700">
            <a:solidFill>
              <a:srgbClr val="4A4A6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434340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7C7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제스처 인식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651760" y="4343400"/>
            <a:ext cx="1920240" cy="548640"/>
          </a:xfrm>
          <a:prstGeom prst="roundRect">
            <a:avLst>
              <a:gd name="adj" fmla="val 50000"/>
            </a:avLst>
          </a:prstGeom>
          <a:solidFill>
            <a:srgbClr val="1E1E38"/>
          </a:solidFill>
          <a:ln w="12700">
            <a:solidFill>
              <a:srgbClr val="4A4A6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51760" y="434340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7C7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MCP 대화형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800600" y="4343400"/>
            <a:ext cx="2377440" cy="548640"/>
          </a:xfrm>
          <a:prstGeom prst="roundRect">
            <a:avLst>
              <a:gd name="adj" fmla="val 50000"/>
            </a:avLst>
          </a:prstGeom>
          <a:solidFill>
            <a:srgbClr val="1E1E38"/>
          </a:solidFill>
          <a:ln w="12700">
            <a:solidFill>
              <a:srgbClr val="4A4A6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00600" y="43434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7C7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임베디드 경험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85800" y="6080760"/>
            <a:ext cx="10789920" cy="0"/>
          </a:xfrm>
          <a:prstGeom prst="line">
            <a:avLst/>
          </a:prstGeom>
          <a:noFill/>
          <a:ln w="12700">
            <a:solidFill>
              <a:srgbClr val="35354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6172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7A9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SUNGMO KO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818120" y="6172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A7A9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Gesture · MCP · Windows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 err="1">
                <a:solidFill>
                  <a:srgbClr val="1E21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이걸</a:t>
            </a:r>
            <a:r>
              <a:rPr lang="en-US" sz="3000" b="1" dirty="0">
                <a:solidFill>
                  <a:srgbClr val="1E21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하고 싶습니다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26509006"/>
              </p:ext>
            </p:extLst>
          </p:nvPr>
        </p:nvGraphicFramePr>
        <p:xfrm>
          <a:off x="548640" y="1312526"/>
          <a:ext cx="11091672" cy="374904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571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571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498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구분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13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charset="0"/>
                        </a:rPr>
                        <a:t>내용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근거 · 상태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98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E21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주력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55555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제스처 인식 — 웹캠→손·팔 실시간 인식→키오스크 조작 (30fps·85%)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55555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인턴 공식 과업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98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E21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확장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55555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인식 결과를 MCP AI에 넘겨 의도·업무를 판단하는 대화형으로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55555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제스처 안정화 후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98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1300" b="1" dirty="0">
                          <a:solidFill>
                            <a:srgbClr val="1E21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charset="0"/>
                        </a:rPr>
                        <a:t>배경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55555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코치봇에서 센서→판단→음성 전 과정을 직접 구현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55555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v1 완성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98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E21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현황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55555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설계 단계 — 인턴 기간에 단계별로 구현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C044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데모는 인턴 중 목표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50164" y="5349964"/>
            <a:ext cx="11091672" cy="1051560"/>
          </a:xfrm>
          <a:prstGeom prst="roundRect">
            <a:avLst>
              <a:gd name="adj" fmla="val 6957"/>
            </a:avLst>
          </a:prstGeom>
          <a:solidFill>
            <a:srgbClr val="F0F1F7"/>
          </a:solidFill>
          <a:ln w="12700">
            <a:solidFill>
              <a:srgbClr val="E5E5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3"/>
          <p:cNvSpPr/>
          <p:nvPr/>
        </p:nvSpPr>
        <p:spPr>
          <a:xfrm>
            <a:off x="870204" y="5349964"/>
            <a:ext cx="104515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E3A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  제스처 인식을 주력으로 만들고, 그 위에 MCP AI를 얹어 대화형 키오스크로 확장하겠습니다.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1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이런 점이 비슷했고, 더 확대해보고 싶습니다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5312501"/>
              </p:ext>
            </p:extLst>
          </p:nvPr>
        </p:nvGraphicFramePr>
        <p:xfrm>
          <a:off x="548640" y="1312526"/>
          <a:ext cx="11091672" cy="374904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571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571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498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단계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바른자세 코치봇  (제가 만든 것)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배리어프리 키오스크  (귀사가 하는 일)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A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98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E21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입력 · 센싱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55555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기울기 센서 (MPU6050, I2C)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55555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카메라 (제스처 · 얼굴)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98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E21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판단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55555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ESP32 규칙 기반 자세 판단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55555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MCP로 업어온 AI + 로컬 비전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98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E21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출력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55555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I2S 마이크 · 스피커 AI 음성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55555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음성 + 화면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98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E214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연산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555555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ESP32 (제약된 임베디드)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C0442E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Windows + 로컬 인식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114300" marR="114300" marT="63500" marB="63500" anchor="ctr">
                    <a:lnL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924406"/>
            <a:ext cx="11091672" cy="1051560"/>
          </a:xfrm>
          <a:prstGeom prst="roundRect">
            <a:avLst>
              <a:gd name="adj" fmla="val 6957"/>
            </a:avLst>
          </a:prstGeom>
          <a:solidFill>
            <a:srgbClr val="F0F1F7"/>
          </a:solidFill>
          <a:ln w="12700">
            <a:solidFill>
              <a:srgbClr val="E5E5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3"/>
          <p:cNvSpPr/>
          <p:nvPr/>
        </p:nvSpPr>
        <p:spPr>
          <a:xfrm>
            <a:off x="868680" y="4924406"/>
            <a:ext cx="104515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E3A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느낀 점   센서 → 판단 → 음성 흐름을 작게나마 직접 만들어 봤습니다. 이 경험을 광명테크 키오스크의 제스처 인식으로 잇고, MCP로 대화형까지 확대해보고 싶습니다.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1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제스처 인식 (주력) — 인턴 공식 과업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2428"/>
            <a:ext cx="2468880" cy="1005840"/>
          </a:xfrm>
          <a:prstGeom prst="roundRect">
            <a:avLst>
              <a:gd name="adj" fmla="val 6364"/>
            </a:avLst>
          </a:prstGeom>
          <a:solidFill>
            <a:srgbClr val="F5F5F7"/>
          </a:solidFill>
          <a:ln w="12700">
            <a:solidFill>
              <a:srgbClr val="E5E5EA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548640" y="1552428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E21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웹캠 입력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3017520" y="1552428"/>
            <a:ext cx="4053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B6B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3422904" y="1552428"/>
            <a:ext cx="2468880" cy="1005840"/>
          </a:xfrm>
          <a:prstGeom prst="roundRect">
            <a:avLst>
              <a:gd name="adj" fmla="val 6364"/>
            </a:avLst>
          </a:prstGeom>
          <a:solidFill>
            <a:srgbClr val="F5F5F7"/>
          </a:solidFill>
          <a:ln w="12700">
            <a:solidFill>
              <a:srgbClr val="E5E5EA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3422904" y="1552428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E21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MediaPipe / YOLO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1E21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 인식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891784" y="1552428"/>
            <a:ext cx="4053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B6B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297168" y="1552428"/>
            <a:ext cx="2468880" cy="1005840"/>
          </a:xfrm>
          <a:prstGeom prst="roundRect">
            <a:avLst>
              <a:gd name="adj" fmla="val 6364"/>
            </a:avLst>
          </a:prstGeom>
          <a:solidFill>
            <a:srgbClr val="F5F5F7"/>
          </a:solidFill>
          <a:ln w="12700">
            <a:solidFill>
              <a:srgbClr val="E5E5EA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6297168" y="1552428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E21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명령 변환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1E21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(다음 · 선택)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8766048" y="1552428"/>
            <a:ext cx="4053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B6B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9171432" y="1552428"/>
            <a:ext cx="2468880" cy="1005840"/>
          </a:xfrm>
          <a:prstGeom prst="roundRect">
            <a:avLst>
              <a:gd name="adj" fmla="val 6364"/>
            </a:avLst>
          </a:prstGeom>
          <a:solidFill>
            <a:srgbClr val="15152A"/>
          </a:solidFill>
          <a:ln w="12700">
            <a:solidFill>
              <a:srgbClr val="E5E5EA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9171432" y="1552428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화면 반응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48640" y="2924028"/>
            <a:ext cx="3514344" cy="2286000"/>
          </a:xfrm>
          <a:prstGeom prst="roundRect">
            <a:avLst>
              <a:gd name="adj" fmla="val 3600"/>
            </a:avLst>
          </a:prstGeom>
          <a:solidFill>
            <a:srgbClr val="F5F5F7"/>
          </a:solidFill>
          <a:ln w="12700">
            <a:solidFill>
              <a:srgbClr val="E5E5EA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841248" y="3216636"/>
            <a:ext cx="155448" cy="155448"/>
          </a:xfrm>
          <a:prstGeom prst="ellipse">
            <a:avLst/>
          </a:prstGeom>
          <a:solidFill>
            <a:srgbClr val="2E3A6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841248" y="3472668"/>
            <a:ext cx="2929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E21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실시간 처리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41248" y="4003020"/>
            <a:ext cx="29291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웹캠 프레임에서 손 위치·동작을 실시간 인식해 커서·명령으로 변환합니다.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337304" y="2924028"/>
            <a:ext cx="3514344" cy="2286000"/>
          </a:xfrm>
          <a:prstGeom prst="roundRect">
            <a:avLst>
              <a:gd name="adj" fmla="val 3600"/>
            </a:avLst>
          </a:prstGeom>
          <a:solidFill>
            <a:srgbClr val="F5F5F7"/>
          </a:solidFill>
          <a:ln w="12700">
            <a:solidFill>
              <a:srgbClr val="E5E5EA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4629912" y="3216636"/>
            <a:ext cx="155448" cy="155448"/>
          </a:xfrm>
          <a:prstGeom prst="ellipse">
            <a:avLst/>
          </a:prstGeom>
          <a:solidFill>
            <a:srgbClr val="2E7D6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4629912" y="3472668"/>
            <a:ext cx="2929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2E7D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확정은 응시 유지(dwell)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629912" y="4003020"/>
            <a:ext cx="29291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큰 타일 UI + 홀드 방식으로 저가 카메라에서도 오인식을 줄입니다.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8125968" y="2924028"/>
            <a:ext cx="3514344" cy="2286000"/>
          </a:xfrm>
          <a:prstGeom prst="roundRect">
            <a:avLst>
              <a:gd name="adj" fmla="val 3600"/>
            </a:avLst>
          </a:prstGeom>
          <a:solidFill>
            <a:srgbClr val="F5F5F7"/>
          </a:solidFill>
          <a:ln w="12700">
            <a:solidFill>
              <a:srgbClr val="E5E5EA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4" name="Shape 22"/>
          <p:cNvSpPr/>
          <p:nvPr/>
        </p:nvSpPr>
        <p:spPr>
          <a:xfrm>
            <a:off x="8418576" y="3216636"/>
            <a:ext cx="155448" cy="155448"/>
          </a:xfrm>
          <a:prstGeom prst="ellipse">
            <a:avLst/>
          </a:prstGeom>
          <a:solidFill>
            <a:srgbClr val="C0442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8418576" y="3472668"/>
            <a:ext cx="2929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C044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바로 착수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418576" y="4003020"/>
            <a:ext cx="29291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인턴 1~2주차, 개발환경·카메라 연동부터 바로 시작합니다.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1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대화형 · MCP (확장) — 제스처 위에 얹기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98786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35813"/>
            <a:ext cx="5362956" cy="1737360"/>
          </a:xfrm>
          <a:prstGeom prst="roundRect">
            <a:avLst>
              <a:gd name="adj" fmla="val 4211"/>
            </a:avLst>
          </a:prstGeom>
          <a:solidFill>
            <a:srgbClr val="F5F5F7"/>
          </a:solidFill>
          <a:ln w="12700">
            <a:solidFill>
              <a:srgbClr val="E5E5EA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822960" y="1618693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B6B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v1 (완성)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030173"/>
            <a:ext cx="48143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ESP32 · 고정 AI 음성 반응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센서로 자세 감지 → 정해진 음성 출력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77356" y="1435813"/>
            <a:ext cx="5362956" cy="1737360"/>
          </a:xfrm>
          <a:prstGeom prst="roundRect">
            <a:avLst>
              <a:gd name="adj" fmla="val 4211"/>
            </a:avLst>
          </a:prstGeom>
          <a:solidFill>
            <a:srgbClr val="1E1E38"/>
          </a:solidFill>
          <a:ln w="12700">
            <a:solidFill>
              <a:srgbClr val="3A3A55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6551676" y="1618693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FE6D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v2 (해보고 싶은 것)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551676" y="2030173"/>
            <a:ext cx="48143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AI는 MCP로 통합 · 대화형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7C7D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말로 물으면 맥락을 이해해 대화 · MCP 도구 호출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493213"/>
            <a:ext cx="3514344" cy="1920240"/>
          </a:xfrm>
          <a:prstGeom prst="roundRect">
            <a:avLst>
              <a:gd name="adj" fmla="val 3810"/>
            </a:avLst>
          </a:prstGeom>
          <a:solidFill>
            <a:srgbClr val="F5F5F7"/>
          </a:solidFill>
          <a:ln w="12700">
            <a:solidFill>
              <a:srgbClr val="E5E5EA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822960" y="3676093"/>
            <a:ext cx="2965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7D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 · 먼저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22960" y="4133293"/>
            <a:ext cx="29657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PC에서 마이크 → STT → AI 응답 → TTS 대화 루프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22960" y="5001973"/>
            <a:ext cx="29657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6B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인턴 중 목표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337304" y="3493213"/>
            <a:ext cx="3514344" cy="1920240"/>
          </a:xfrm>
          <a:prstGeom prst="roundRect">
            <a:avLst>
              <a:gd name="adj" fmla="val 3810"/>
            </a:avLst>
          </a:prstGeom>
          <a:solidFill>
            <a:srgbClr val="F5F5F7"/>
          </a:solidFill>
          <a:ln w="12700">
            <a:solidFill>
              <a:srgbClr val="E5E5EA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4611624" y="3676093"/>
            <a:ext cx="2965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3A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 · 다음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611624" y="4133293"/>
            <a:ext cx="29657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MCP로 AI·업무 도구 붙이기 (도구 하나 실행)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611624" y="5001973"/>
            <a:ext cx="29657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6B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그다음 단계 목표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125968" y="3493213"/>
            <a:ext cx="3514344" cy="1920240"/>
          </a:xfrm>
          <a:prstGeom prst="roundRect">
            <a:avLst>
              <a:gd name="adj" fmla="val 3810"/>
            </a:avLst>
          </a:prstGeom>
          <a:solidFill>
            <a:srgbClr val="F5F5F7"/>
          </a:solidFill>
          <a:ln w="12700">
            <a:solidFill>
              <a:srgbClr val="E5E5EA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8400288" y="3676093"/>
            <a:ext cx="2965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044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 · 올리기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400288" y="4133293"/>
            <a:ext cx="29657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보유한 Jetson Orin Nano에 올려 제스처 실제 구동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400288" y="5001973"/>
            <a:ext cx="29657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6B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보유 Jetson으로 시험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1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인턴 8주, 이 순서로 만들겠습니다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6B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제스처 인식을 주력으로 → 그다음 MCP로 대화형 확장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512189" y="1920240"/>
            <a:ext cx="640080" cy="640080"/>
          </a:xfrm>
          <a:prstGeom prst="ellipse">
            <a:avLst/>
          </a:prstGeom>
          <a:solidFill>
            <a:srgbClr val="2E3A6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1512189" y="1920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2834640"/>
            <a:ext cx="2567178" cy="2194560"/>
          </a:xfrm>
          <a:prstGeom prst="roundRect">
            <a:avLst>
              <a:gd name="adj" fmla="val 3333"/>
            </a:avLst>
          </a:prstGeom>
          <a:solidFill>
            <a:srgbClr val="F5F5F7"/>
          </a:solidFill>
          <a:ln w="12700">
            <a:solidFill>
              <a:srgbClr val="E5E5EA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731520" y="3063240"/>
            <a:ext cx="220141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E21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1–3주 · 환경·검증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31520" y="3840480"/>
            <a:ext cx="220141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개발환경·MVP 파이프라인, Jetson 카메라 검증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115818" y="1920240"/>
            <a:ext cx="274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B6B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353687" y="1920240"/>
            <a:ext cx="640080" cy="640080"/>
          </a:xfrm>
          <a:prstGeom prst="ellipse">
            <a:avLst/>
          </a:prstGeom>
          <a:solidFill>
            <a:srgbClr val="2E7D6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4353687" y="1920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3390138" y="2834640"/>
            <a:ext cx="2567178" cy="2194560"/>
          </a:xfrm>
          <a:prstGeom prst="roundRect">
            <a:avLst>
              <a:gd name="adj" fmla="val 3333"/>
            </a:avLst>
          </a:prstGeom>
          <a:solidFill>
            <a:srgbClr val="F5F5F7"/>
          </a:solidFill>
          <a:ln w="12700">
            <a:solidFill>
              <a:srgbClr val="E5E5EA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3573018" y="3063240"/>
            <a:ext cx="220141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E21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4–6주 · 인식·최적화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3573018" y="3840480"/>
            <a:ext cx="220141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데이터셋·YOLO 튜닝, TensorRT 실시간화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957316" y="1920240"/>
            <a:ext cx="274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B6B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7195185" y="1920240"/>
            <a:ext cx="640080" cy="640080"/>
          </a:xfrm>
          <a:prstGeom prst="ellipse">
            <a:avLst/>
          </a:prstGeom>
          <a:solidFill>
            <a:srgbClr val="B8862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7195185" y="1920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6231636" y="2834640"/>
            <a:ext cx="2567178" cy="2194560"/>
          </a:xfrm>
          <a:prstGeom prst="roundRect">
            <a:avLst>
              <a:gd name="adj" fmla="val 3333"/>
            </a:avLst>
          </a:prstGeom>
          <a:solidFill>
            <a:srgbClr val="F5F5F7"/>
          </a:solidFill>
          <a:ln w="12700">
            <a:solidFill>
              <a:srgbClr val="E5E5EA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6414516" y="3063240"/>
            <a:ext cx="220141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E21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7–8주 · 성능 검증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6414516" y="3840480"/>
            <a:ext cx="220141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오인식 필터 · 목표 85%·30fps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798814" y="1920240"/>
            <a:ext cx="274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B6B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10036683" y="1920240"/>
            <a:ext cx="640080" cy="640080"/>
          </a:xfrm>
          <a:prstGeom prst="ellipse">
            <a:avLst/>
          </a:prstGeom>
          <a:solidFill>
            <a:srgbClr val="C0442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10036683" y="1920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9073134" y="2834640"/>
            <a:ext cx="2567178" cy="2194560"/>
          </a:xfrm>
          <a:prstGeom prst="roundRect">
            <a:avLst>
              <a:gd name="adj" fmla="val 3333"/>
            </a:avLst>
          </a:prstGeom>
          <a:solidFill>
            <a:srgbClr val="F5F5F7"/>
          </a:solidFill>
          <a:ln w="12700">
            <a:solidFill>
              <a:srgbClr val="E5E5EA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9256014" y="3063240"/>
            <a:ext cx="220141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E21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그다음 · 확장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9256014" y="3840480"/>
            <a:ext cx="220141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0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MCP로 대화형 · 음성 접근성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48640" y="539496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6B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* 키오스크는 Windows 단독, AI는 MCP로 통합. 제스처 모델 학습은 NVIDIA GPU, 엣지 검증은 보유한 Jetson Orin Nano로 진행합니다.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1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Jetson Orin Nano로 먼저 만들어 봅니다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6B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제품이 도는 곳은 Windows 키오스크 · Jetson은 제가 보유한 프로토타이핑·엣지 검증 보드입니다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969389" y="1645920"/>
            <a:ext cx="2567178" cy="1051560"/>
          </a:xfrm>
          <a:prstGeom prst="roundRect">
            <a:avLst>
              <a:gd name="adj" fmla="val 6957"/>
            </a:avLst>
          </a:prstGeom>
          <a:solidFill>
            <a:srgbClr val="F5F5F7"/>
          </a:solidFill>
          <a:ln w="12700">
            <a:solidFill>
              <a:srgbClr val="E5E5EA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1969389" y="1801368"/>
            <a:ext cx="25671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2E3A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67 TOPS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1969389" y="2331720"/>
            <a:ext cx="25671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B6B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성능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810887" y="1645920"/>
            <a:ext cx="2567178" cy="1051560"/>
          </a:xfrm>
          <a:prstGeom prst="roundRect">
            <a:avLst>
              <a:gd name="adj" fmla="val 6957"/>
            </a:avLst>
          </a:prstGeom>
          <a:solidFill>
            <a:srgbClr val="F5F5F7"/>
          </a:solidFill>
          <a:ln w="12700">
            <a:solidFill>
              <a:srgbClr val="E5E5EA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4810887" y="1801368"/>
            <a:ext cx="25671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2E3A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8GB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4810887" y="2331720"/>
            <a:ext cx="25671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B6B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LPDDR5 메모리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652385" y="1645920"/>
            <a:ext cx="2567178" cy="1051560"/>
          </a:xfrm>
          <a:prstGeom prst="roundRect">
            <a:avLst>
              <a:gd name="adj" fmla="val 6957"/>
            </a:avLst>
          </a:prstGeom>
          <a:solidFill>
            <a:srgbClr val="F5F5F7"/>
          </a:solidFill>
          <a:ln w="12700">
            <a:solidFill>
              <a:srgbClr val="E5E5EA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7652385" y="1801368"/>
            <a:ext cx="25671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2E3A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7–25W</a:t>
            </a:r>
            <a:endParaRPr lang="en-US" sz="2500" dirty="0"/>
          </a:p>
        </p:txBody>
      </p:sp>
      <p:sp>
        <p:nvSpPr>
          <p:cNvPr id="12" name="Text 10"/>
          <p:cNvSpPr/>
          <p:nvPr/>
        </p:nvSpPr>
        <p:spPr>
          <a:xfrm>
            <a:off x="7652385" y="2331720"/>
            <a:ext cx="25671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B6B7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저전력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3063240"/>
            <a:ext cx="5362956" cy="2286000"/>
          </a:xfrm>
          <a:prstGeom prst="roundRect">
            <a:avLst>
              <a:gd name="adj" fmla="val 3600"/>
            </a:avLst>
          </a:prstGeom>
          <a:solidFill>
            <a:srgbClr val="F5F5F7"/>
          </a:solidFill>
          <a:ln w="12700">
            <a:solidFill>
              <a:srgbClr val="E5E5EA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841248" y="3246120"/>
            <a:ext cx="48143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14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이 보드로?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41248" y="3749040"/>
            <a:ext cx="47777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이미 보유 → 인턴 중 바로 프로토타이핑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NVIDIA 계열 → 학습(GPU)과 같은 도구(TensorRT) 그대로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제스처(비전) + 소형 LLM 동시 온디바이스 구동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77356" y="3063240"/>
            <a:ext cx="5362956" cy="2286000"/>
          </a:xfrm>
          <a:prstGeom prst="roundRect">
            <a:avLst>
              <a:gd name="adj" fmla="val 3600"/>
            </a:avLst>
          </a:prstGeom>
          <a:solidFill>
            <a:srgbClr val="F5F5F7"/>
          </a:solidFill>
          <a:ln w="12700">
            <a:solidFill>
              <a:srgbClr val="E5E5EA"/>
            </a:solidFill>
            <a:prstDash val="solid"/>
          </a:ln>
          <a:effectLst>
            <a:outerShdw blurRad="889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6569964" y="3246120"/>
            <a:ext cx="48143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7D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위에서 만들 것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569964" y="3749040"/>
            <a:ext cx="47777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실시간 손 제스처 인식 (30 FPS 목표)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MCP로 AI 붙인 대화 흐름 시험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제스처 인식은 오프라인 온디바이스로 동작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48640" y="562356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E3A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연결   </a:t>
            </a:r>
            <a:r>
              <a:rPr lang="en-US" sz="1250" dirty="0">
                <a:solidFill>
                  <a:srgbClr val="5555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제품은 Windows 단독 + AI는 MCP 통합. Jetson으로 검증한 제스처 인식 역량을 그대로 Windows 로컬 인식에 적용합니다.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203</TotalTime>
  <Words>878</Words>
  <Application>Microsoft Macintosh PowerPoint</Application>
  <PresentationFormat>와이드스크린</PresentationFormat>
  <Paragraphs>120</Paragraphs>
  <Slides>7</Slides>
  <Notes>6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0" baseType="lpstr">
      <vt:lpstr>맑은 고딕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고성모 포트폴리오 — 하고 싶은 것</dc:title>
  <dc:subject>PptxGenJS Presentation</dc:subject>
  <dc:creator>고성모</dc:creator>
  <cp:lastModifiedBy>고 성모</cp:lastModifiedBy>
  <cp:revision>5</cp:revision>
  <dcterms:created xsi:type="dcterms:W3CDTF">2026-07-06T05:28:57Z</dcterms:created>
  <dcterms:modified xsi:type="dcterms:W3CDTF">2026-07-07T05:20:25Z</dcterms:modified>
</cp:coreProperties>
</file>